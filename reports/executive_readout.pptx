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FORESIGHT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B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&amp; Inventory Intelligence — Executive Readout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DC4"/>
                </a:solidFill>
              </a:rPr>
              <a:t>Prepared for: Head of Operations &amp; Finance, NorthBay Living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7FB0"/>
                </a:solidFill>
              </a:rPr>
              <a:t>Zidio Development · Data Science &amp;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5CE7"/>
                </a:solidFill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3D"/>
                </a:solidFill>
              </a:rPr>
              <a:t>NorthBay is guessing what to stock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A2A38"/>
                </a:solidFill>
              </a:rPr>
              <a:t>~60 active SKUs across Furniture, Décor, and Small Appliances, planned on spreadsheets and gut feel.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A2A38"/>
                </a:solidFill>
              </a:rPr>
              <a:t>Best-sellers run out (lost sales); slow movers pile up (cash locked in markdowns).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A2A38"/>
                </a:solidFill>
              </a:rPr>
              <a:t>The ask: a weekly demand forecast, an early-warning system for stockouts and overstock, and a tool the ops team can use without a data scientist in the room.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5CE7"/>
                </a:solidFill>
              </a:rPr>
              <a:t>HEADLINE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3D"/>
                </a:solidFill>
              </a:rPr>
              <a:t>What FORESIGHT found, in rupees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55648"/>
            <a:ext cx="3108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64545"/>
                </a:solidFill>
              </a:rPr>
              <a:t>₹5.5 Cr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78608"/>
            <a:ext cx="31089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F76"/>
                </a:solidFill>
              </a:rPr>
              <a:t>Sales at risk from stockouts, next 6 weeks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6459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755648"/>
            <a:ext cx="31089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C6BC0"/>
                </a:solidFill>
              </a:rPr>
              <a:t>₹88 L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578608"/>
            <a:ext cx="31089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F76"/>
                </a:solidFill>
              </a:rPr>
              <a:t>Capital locked in overstock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6459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01000" y="1755648"/>
            <a:ext cx="33375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A526"/>
                </a:solidFill>
              </a:rPr>
              <a:t>25 of 60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578608"/>
            <a:ext cx="33375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F76"/>
                </a:solidFill>
              </a:rPr>
              <a:t>SKUs need a reorder now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661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38"/>
                </a:solidFill>
              </a:rPr>
              <a:t>The model's weekly SKU-level forecast beats a seasonal-naive baseline by roughly a third on backtest (11.6% WAPE vs 17.5%), so the ₹ figures above are built on numbers the team can trust, not guesswork.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6634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3D"/>
                </a:solidFill>
              </a:rPr>
              <a:t>Recommendation: action the 25 “Reorder Now” SKUs this week; run a markdown promotion on the 2 “Markdown / Clear” SKUs to free up capital before next quarter's stock intake.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5CE7"/>
                </a:solidFill>
              </a:rPr>
              <a:t>WHAT THE DATA SHOWS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3D"/>
                </a:solidFill>
              </a:rPr>
              <a:t>Demand is seasonal and promo-driven</a:t>
            </a:r>
            <a:endParaRPr lang="en-US" sz="2600" dirty="0"/>
          </a:p>
        </p:txBody>
      </p:sp>
      <p:pic>
        <p:nvPicPr>
          <p:cNvPr id="4" name="Image 0" descr="/home/claude/foresight/reports/figures/01_total_weekly_dem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694944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55448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8"/>
                </a:solidFill>
              </a:rPr>
              <a:t>Demand climbs through the year and spikes sharply during promo weeks.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8"/>
                </a:solidFill>
              </a:rPr>
              <a:t>Promo weeks sell ~2x a normal week on average — the forecast must model this explicitly.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A38"/>
                </a:solidFill>
              </a:rPr>
              <a:t>A naive “average of last month” approach would badly under- or over-shoot around every sale.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76"/>
                </a:solidFill>
              </a:rPr>
              <a:t>Source: reports/figures/01_total_weekly_demand.png — generated by src/eda.py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5CE7"/>
                </a:solidFill>
              </a:rPr>
              <a:t>WHAT THE DATA SHOWS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3D"/>
                </a:solidFill>
              </a:rPr>
              <a:t>A small set of SKUs drives most of the volume</a:t>
            </a:r>
            <a:endParaRPr lang="en-US" sz="2600" dirty="0"/>
          </a:p>
        </p:txBody>
      </p:sp>
      <p:pic>
        <p:nvPicPr>
          <p:cNvPr id="4" name="Image 0" descr="/home/claude/foresight/reports/figures/03_top_mov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694944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55448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8"/>
                </a:solidFill>
              </a:rPr>
              <a:t>The top 10 SKUs account for a large share of units sold in the last 12 weeks.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A38"/>
                </a:solidFill>
              </a:rPr>
              <a:t>These deserve the tightest stockout monitoring — a missed reorder here is the costliest miss.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A38"/>
                </a:solidFill>
              </a:rPr>
              <a:t>A long tail of low-volume SKUs are the natural markdown / clear candidates.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5CE7"/>
                </a:solidFill>
              </a:rPr>
              <a:t>HOW WE BUILT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3D"/>
                </a:solidFill>
              </a:rPr>
              <a:t>Forecast first proven against a baseline, honestly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A38"/>
                </a:solidFill>
              </a:rPr>
              <a:t>Framed the metric (WAPE) and a 6-week forecast horizon before touching a model, per standard forecasting practice.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A38"/>
                </a:solidFill>
              </a:rPr>
              <a:t>Built a seasonal-naive baseline first — the bar every model has to clear.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A38"/>
                </a:solidFill>
              </a:rPr>
              <a:t>Trained a gradient-boosted model on lag, rolling-average, calendar, and promo features.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A38"/>
                </a:solidFill>
              </a:rPr>
              <a:t>Validated with rolling-origin backtesting (train on the past, test on the next block, repeat) — never a single random split, and no future data ever touches a feature.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A2A38"/>
                </a:solidFill>
              </a:rPr>
              <a:t>Result: 11.6% WAPE vs 17.5% for the baseline — the model wins, and we can show our work.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5CE7"/>
                </a:solidFill>
              </a:rPr>
              <a:t>TURNING FORECASTS INTO DECISIONS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3D"/>
                </a:solidFill>
              </a:rPr>
              <a:t>Every SKU, plotted by risk</a:t>
            </a:r>
            <a:endParaRPr lang="en-US" sz="2600" dirty="0"/>
          </a:p>
        </p:txBody>
      </p:sp>
      <p:pic>
        <p:nvPicPr>
          <p:cNvPr id="4" name="Image 0" descr="/home/claude/foresight/reports/figures/06_decisioning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1234440"/>
            <a:ext cx="5120640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828800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64545"/>
                </a:solidFill>
              </a:rPr>
              <a:t>Reorder Now: high stockout risk — raise a replenishment order.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C6BC0"/>
                </a:solidFill>
              </a:rPr>
              <a:t>Markdown / Clear: high overstock — promote or discount.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0A526"/>
                </a:solidFill>
              </a:rPr>
              <a:t>Watch / Volatile: high on both — review manually.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9E5B"/>
                </a:solidFill>
              </a:rPr>
              <a:t>Healthy: no action needed.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F76"/>
                </a:solidFill>
              </a:rPr>
              <a:t>Bubble size = revenue at stake. This is the view the ops team uses to triage weekly.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5CE7"/>
                </a:solidFill>
              </a:rPr>
              <a:t>DELIVERED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3D"/>
                </a:solidFill>
              </a:rPr>
              <a:t>What NorthBay's team gets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A2A38"/>
                </a:solidFill>
              </a:rPr>
              <a:t>A reproducible data pipeline — re-runs end to end from raw extracts with one command.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A2A38"/>
                </a:solidFill>
              </a:rPr>
              <a:t>A backtested, baseline-beating demand forecast for every SKU, 6 weeks out.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A2A38"/>
                </a:solidFill>
              </a:rPr>
              <a:t>A transparent stockout/overstock risk score with a recommended action and rupee value per SKU.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A2A38"/>
                </a:solidFill>
              </a:rPr>
              <a:t>A planning dashboard the ops team can use without a data scientist in the room.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A2A38"/>
                </a:solidFill>
              </a:rPr>
              <a:t>A deployed scoring service any system can call for a forecast + risk on demand.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5CE7"/>
                </a:solidFill>
              </a:rPr>
              <a:t>HONEST LIMITATIONS &amp;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3D"/>
                </a:solidFill>
              </a:rPr>
              <a:t>What this doesn't cover yet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A2A38"/>
                </a:solidFill>
              </a:rPr>
              <a:t>New SKUs with under 12 weeks of history fall back to category-level patterns — flagged as lower-confidence.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A2A38"/>
                </a:solidFill>
              </a:rPr>
              <a:t>The model was trained and validated on the provided extracts; a live data feed will need the same rolling-origin discipline before every retrain.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A2A38"/>
                </a:solidFill>
              </a:rPr>
              <a:t>Out of scope for this engagement: live system integrations, price optimization, and automated purchase orders — FORESIGHT recommends, it does not act.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A2A38"/>
                </a:solidFill>
              </a:rPr>
              <a:t>Suggested next step: pilot the “Reorder Now” list for one ordering cycle, then compare actual stockouts against this month's forecast to calibrate trust.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2026-09-12T15:33:29Z</dcterms:created>
  <dcterms:modified xsi:type="dcterms:W3CDTF">2026-09-12T15:33:29Z</dcterms:modified>
</cp:coreProperties>
</file>